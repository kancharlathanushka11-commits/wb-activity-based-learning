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F111F-C8EB-E726-E2B8-3D71A7F484A8}" v="2" dt="2026-10-25T15:00:31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BEF111F-C8EB-E726-E2B8-3D71A7F484A8}"/>
    <pc:docChg chg="modSld">
      <pc:chgData name="" userId="" providerId="" clId="Web-{7BEF111F-C8EB-E726-E2B8-3D71A7F484A8}" dt="2026-10-25T15:00:31.445" v="1" actId="20577"/>
      <pc:docMkLst>
        <pc:docMk/>
      </pc:docMkLst>
      <pc:sldChg chg="modSp">
        <pc:chgData name="" userId="" providerId="" clId="Web-{7BEF111F-C8EB-E726-E2B8-3D71A7F484A8}" dt="2026-10-25T15:00:31.445" v="1" actId="20577"/>
        <pc:sldMkLst>
          <pc:docMk/>
          <pc:sldMk cId="2801596467" sldId="257"/>
        </pc:sldMkLst>
        <pc:spChg chg="mod">
          <ac:chgData name="" userId="" providerId="" clId="Web-{7BEF111F-C8EB-E726-E2B8-3D71A7F484A8}" dt="2026-10-25T15:00:31.445" v="1" actId="20577"/>
          <ac:spMkLst>
            <pc:docMk/>
            <pc:sldMk cId="2801596467" sldId="257"/>
            <ac:spMk id="3" creationId="{4BA0AB00-8B86-4D31-AC31-BAD79BBD2D3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D576-EDD5-C88E-3E7C-B7DE81914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04B7E-CAA9-85E9-B9E2-7D5CEFFA6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C1E0B-CA15-23D5-2704-0C90A170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7FDFD-CF9C-FE3B-5B5B-9442930D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86500-10D0-8A1A-6C0D-1739F9D1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679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33B2-F7C3-EA5F-1332-3294A294E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3D8F1-7338-DD31-3FE3-C49C89E1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3F04D-253B-A7E2-7C9E-21720D828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32559-ACD9-EBD5-A8D3-B3590180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3E446-C40B-BF7E-8320-1A2057BDB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502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3F937-6A4E-56F8-CD26-D73D84A8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69DB0-02BD-DC0C-3731-2E749BA1F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03A2F-4F32-76E5-3531-CEB46C80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FF932-B968-034A-F61F-CCF31436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34677-C78B-F357-D3D7-7D76F126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1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11B3-BCD6-F334-E408-9875C3AC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C8F11-8CF3-88AD-E3DC-E17E91762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2AF7F-900F-C3A0-0597-4B710B88D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C5FE8-3D5B-4CDB-AB0B-705002CF9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849331-86A7-DD78-20FE-0BD4BC9D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AFA85-19A4-C77D-B147-D7C4774F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87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57A2-BDEF-51A7-D7BA-172A4315B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1AF36-F673-3D38-20FE-43BD8CA54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C8C2A-4B73-BEA0-3E9D-5AF314B02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BF9B8-E764-732F-A0D1-027FA7BAA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A1E9FB-B2AC-F0DF-851C-51FDF35F7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AC749-8E32-3B6C-B171-3EA557628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DA0E2-D623-11D0-855E-D23D77B30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48B274-1705-7E27-C183-033193AD0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50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BFDC-421F-D7DD-54DE-0712B7B4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2BC665-94AE-F29C-2BF3-5F44AC42C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B4B5C-D050-6FB9-0009-C2111141A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18EC9-ACBB-9C8D-228C-B6DDE0B7C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563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6AAA6-8DCE-1DEF-714D-D58492F94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4359C-FB00-14EA-F6DC-163E21AC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32708-D17C-386F-DD2D-A5D5A5027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7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7545-B97D-00FE-7FCF-12355627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DE385-D7FE-8322-43E8-19B4EF5FB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0CE9A-4D93-0723-DA97-BC3B23F57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950AE-6C23-944E-9A3A-6AC6CFCC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10388-7B48-A5B7-C2CB-1E58B8B7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12987-4B29-0A98-C17A-7CA295AA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5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5151B-70F7-1947-387D-9A20EF8E2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413CD-03C5-DAB0-2C69-790B02CB67D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5A23A-2E5A-C1B9-3194-A3D30C452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181E7-01AB-20F1-0336-053AA87E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5EDA2-26C2-932F-F85F-65CDB22BC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58D55-4659-D5B5-15DB-5EF63677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29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87919-E9F0-E536-4643-8ADDCD8D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782B2-3A57-0D03-A5F2-F215BA28A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294BD-9D25-64A9-C6CC-1D4068379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C5AF3-48DD-11B0-571D-7D7581A4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60DCE-9C80-4275-5FC0-3AC3917CC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3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266657-2628-700B-133E-526910A2FF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9E9DB9-5FD2-FBA8-3A41-D3016146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6A744-2D97-2731-5490-2E4C8AE7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406C4-2979-2951-EB6D-61CE2CF7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C1C84-7BFD-0A9C-4C9A-7BA3DF56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8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D5E91-67FB-FA32-6930-2637417F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E2241-850A-3E43-6B77-218246375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C2842-30B3-F3D1-2484-D53AD638E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34D58-FAF8-4CD6-8FAC-000DEAC52E17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15955-7135-F7FF-0A59-3D160BE3B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186AF-009F-EA28-744A-11BC615D7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5BA63-5E37-4861-A22A-B37F20B6C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0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47B0-3157-5C74-F461-E57AFA44F1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Name:K.Thanushka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0AB00-8B86-4D31-AC31-BAD79BBD2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BRANCH/SECTION:CSE-SEC1</a:t>
            </a:r>
          </a:p>
          <a:p>
            <a:r>
              <a:rPr lang="en-US"/>
              <a:t>ROLL NUMBER:26000030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1596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C096-4E66-70DD-335F-D09C3CCDD8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CASE 7:</a:t>
            </a:r>
            <a:br>
              <a:rPr lang="en-US"/>
            </a:br>
            <a:r>
              <a:rPr lang="en-US"/>
              <a:t>Electronics store website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97255-3AAD-8079-5AD1-0D3DB02BD4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Develop an online electronics catalog for laptops, smartphones, accessories, and smart devices. Include product comparison tables, specifications, discount labels, category filters, and product detail layouts.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08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B11367-B1D6-8C40-4A01-DFF335C13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557"/>
            <a:ext cx="12192000" cy="581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5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25E5B-C4FA-DCCD-8EA9-1D40E58773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7726"/>
            <a:ext cx="12192000" cy="506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53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088B1-6662-A03E-D817-CB5C80F977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7199"/>
            <a:ext cx="12192000" cy="472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5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0419E4-A1C1-1E1A-7546-600C6BAC9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442"/>
            <a:ext cx="12192000" cy="510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30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935D6-4F0F-19E0-0E5A-3654D98BD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6356"/>
            <a:ext cx="12192000" cy="508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3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BA0E3-9CCD-9A9B-6438-F5E19EA78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0131"/>
            <a:ext cx="12192000" cy="5077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B2F705-5659-B344-4645-D8A1F2034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0131"/>
            <a:ext cx="12192000" cy="507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6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BEBC54-CE54-617A-76FC-DCCE0B2F9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190"/>
            <a:ext cx="12192000" cy="58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21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625E80-125E-E18D-092F-18D392D2C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1278"/>
            <a:ext cx="12192000" cy="507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871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0661CC-4CE2-0889-37B0-78118067A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9006"/>
            <a:ext cx="12192000" cy="499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F4E22-180B-FF49-AD25-D8B29E4A0E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CASE 8:</a:t>
            </a:r>
            <a:br>
              <a:rPr lang="en-US"/>
            </a:br>
            <a:r>
              <a:rPr lang="en-US"/>
              <a:t>Online food ordering website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F6EF0C-D259-2A7D-BF43-DA697357FE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Design a food ordering interface with restaurant details, menu categories, food images, prices, special offers, customer reviews, and order buttons. Use card layouts, attractive backgrounds, and mobile-friendly navigation.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309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17638F-2EFA-ECC4-F4B3-FB1E564C79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4285"/>
            <a:ext cx="12192000" cy="576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1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80D124-E392-D177-56C8-64AE76A0C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3647"/>
            <a:ext cx="12192000" cy="585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00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D9BAB-484B-80D5-6C06-E76DCE727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053"/>
            <a:ext cx="12192000" cy="571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8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BEBE3D-387C-2A6F-99B2-A3222E47A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3557"/>
            <a:ext cx="12192000" cy="581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3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828D2-1F2B-30BB-0388-D1712B39E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0509"/>
            <a:ext cx="12192000" cy="587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563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EC40-0C2D-4033-8862-3BBDACE6E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CASE :19</a:t>
            </a:r>
            <a:br>
              <a:rPr lang="en-US"/>
            </a:br>
            <a:r>
              <a:rPr lang="en-US"/>
              <a:t>Adventure and Trekking website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5E445-0E9D-78CD-5188-E0551A284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website showcasing trekking routes, camping trips, difficulty levels, trip schedules, equipment checklists, safety guidelines, and package prices. Use image overlays and visually distinct information panels.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148537-D5AE-9F6D-D6F7-87DF25202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498"/>
            <a:ext cx="12192000" cy="580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242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40C20F-4C1D-1DEF-A60A-EFACC73D8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8301"/>
            <a:ext cx="12192000" cy="580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25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FDD8B-FBCD-7C5D-259D-92F9834E2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0944"/>
            <a:ext cx="12192000" cy="583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883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2D4511-1E4A-5349-3721-22B241194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816"/>
            <a:ext cx="12192000" cy="581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541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AA441A-EC75-D72D-4DF8-70B0A8360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5236"/>
            <a:ext cx="12192000" cy="574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47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524E33-0832-0385-1F84-92DBCB5E1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323"/>
            <a:ext cx="12192000" cy="57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3395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22BF4-BC16-218F-0700-D732BCB8E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9038"/>
            <a:ext cx="12192000" cy="565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09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DC6011-E0CE-105F-C73D-2DBE5327A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1898"/>
            <a:ext cx="12192000" cy="577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43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Widescreen</PresentationFormat>
  <Paragraphs>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Name:K.Thanushka</vt:lpstr>
      <vt:lpstr>CASE 7: Electronics store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8: Online food ordering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:19 Adventure and Trekking website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pavanibarnala028@outlook.com</dc:creator>
  <cp:lastModifiedBy>pavanibarnala028@outlook.com</cp:lastModifiedBy>
  <cp:revision>1</cp:revision>
  <dcterms:created xsi:type="dcterms:W3CDTF">2026-10-25T14:23:14Z</dcterms:created>
  <dcterms:modified xsi:type="dcterms:W3CDTF">2026-10-25T15:05:10Z</dcterms:modified>
</cp:coreProperties>
</file>